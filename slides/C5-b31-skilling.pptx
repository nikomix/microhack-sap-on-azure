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C5 · B.3.1 Skilling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321040" y="32004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50E6FF">
              <a:alpha val="80000"/>
            </a:srgbClr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20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B.3.1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Azure Skilling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Certification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92608" y="2606040"/>
            <a:ext cx="85039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B.3.1 — At least two staff certified via AZ-120 or 'Run SAP on the Microsoft Cloud'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44348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4434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~45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AZ-120 and the 'Run SAP on the Microsoft Cloud' learning path for B.3.1 eligibility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build-skilling-plan skill to generate a skilling mapping table from a team CSV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a per-person Microsoft Learn study plan for team members with gaps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and resolve stale certifications (AZ-120 past its 1-year validity)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the B31_SkillingMapping_v1.pdf evidence artefact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B.3.1 — The Rule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2560320" cy="137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Individuals required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AZ-120 or MS Learn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2560320" cy="137160"/>
          </a:xfrm>
          <a:prstGeom prst="rect">
            <a:avLst/>
          </a:prstGeom>
          <a:solidFill>
            <a:srgbClr val="8A6A00"/>
          </a:solidFill>
          <a:ln w="12700">
            <a:solidFill>
              <a:srgbClr val="8A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A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yr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AZ-120 validity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online renewal available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560320" cy="13716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~8h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 Learn path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Free, no expiry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SAP Basis consultants know SAP — point them to the 'SAP on Azure administration' MS Learn module as fastest path.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Comparison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AZ-120 Certification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 SAP on the Microsoft Cloud (MS Learn)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exam certification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Self-paced learning path (~8 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year (free online renewal)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expiry (badge on completion)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~USD 165 exam fee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Basis + Azure admins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+ Azure newcomers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Cert transcript 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 Learn profile export / badge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 B.3.1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Highest credibility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Accepted, fastest route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both routes are accepted. AZ-120 carries more weight in competitive audit but the learning path is faster.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AZ-120 Exam Domains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 and deploy SAP workloads on Azure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20–25%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Design and implement storage, networking, and compute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25–30%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Configure SAP HANA, NetWeaver, and S/4HANA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25–30%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Monitor, maintain, and migrate SAP workloads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15–20%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Steps —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team skilling 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skilling mapping table (skill)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personal study plan for gap holders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6636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MS Learn / AZ-120 transcript evidence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6636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B.3.1 compliance (Copilot check)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6636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 / buffer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build-skilling-plan Skill Output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columns in the skilling mapping table: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 ·  Route  ·  Completion Date  ·  Expiry / N/A  ·  Status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values: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COMPLIANT  —  valid AZ-120 or completed MS Learn path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8A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EXPIRING SOON  —  AZ-120 within 6 months of expiry  →  action: free online renewal assessment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 —  no valid route  →  action: 4-week MS Learn plan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data answer key: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COMPLIANT (1× AZ-120, 1× learning path)  ·  Frank → GAP (lapsed)  ·  Bob → EXPIRING SOON (&lt; 6 months)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Copilot flags both GAP and EXPIRING SOON automatically. The free renewal assessment needs no re-exam.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4-Week Study Plan Template (Gap Holders)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840480"/>
                <a:gridCol w="164592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Introduction to SAP on Azure + HANA on Azure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min/day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HANA module quiz passed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NetWeaver/S4 + Migration to Azure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min/day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Migration module quiz passed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Monitoring and Operations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min/day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modules 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+ badge claim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min/day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Completion badge issued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Study plan is generated by Copilot: '@moduleb-lab-coach For gap holders, produce a 4-week study plan for the MS Learn path.'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C5 Complete — B.3.1 Evidence Produced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Skilling mapping table produced with all team members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least two entries marked COMPLIANT (AZ-120 or MS Learn path)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GAP/EXPIRING SOON entries have a recommended action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4-week study plan produced for gap holders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file B31_SkillingMapping_v1.pdf ready for assembly in C6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C5 · B.3.1 Skilling</dc:title>
  <dc:subject>SAP on Azure Advanced Specialization B.3.1</dc:subject>
  <dc:creator>SAP on Azure Microhack (AI-generated facilitator deck)</dc:creator>
  <cp:lastModifiedBy>SAP on Azure Microhack (AI-generated facilitator deck)</cp:lastModifiedBy>
  <cp:revision>1</cp:revision>
  <dcterms:created xsi:type="dcterms:W3CDTF">2026-06-27T01:35:07Z</dcterms:created>
  <dcterms:modified xsi:type="dcterms:W3CDTF">2026-06-27T01:35:07Z</dcterms:modified>
</cp:coreProperties>
</file>