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320040"/>
            <a:ext cx="2743200" cy="384048"/>
          </a:xfrm>
          <a:prstGeom prst="roundRect">
            <a:avLst>
              <a:gd name="adj" fmla="val 11905"/>
            </a:avLst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32004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C3 · B.2.1 ACR Performance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321040" y="320040"/>
            <a:ext cx="640080" cy="384048"/>
          </a:xfrm>
          <a:prstGeom prst="roundRect">
            <a:avLst>
              <a:gd name="adj" fmla="val 11905"/>
            </a:avLst>
          </a:prstGeom>
          <a:solidFill>
            <a:srgbClr val="50E6FF">
              <a:alpha val="80000"/>
            </a:srgbClr>
          </a:solidFill>
          <a:ln w="12700">
            <a:solidFill>
              <a:srgbClr val="50E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32004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05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B.2.1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92608" y="100584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Azure Consumed Revenue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(ACR) Performance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292608" y="2606040"/>
            <a:ext cx="8503920" cy="0"/>
          </a:xfrm>
          <a:prstGeom prst="line">
            <a:avLst/>
          </a:prstGeom>
          <a:noFill/>
          <a:ln w="25400">
            <a:solidFill>
              <a:srgbClr val="0078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2743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 B.2.1 — Prove ≥ USD 100K T12M from SAP-eligible services via PAL / DPOR / CSP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32320" y="4434840"/>
            <a:ext cx="1737360" cy="411480"/>
          </a:xfrm>
          <a:prstGeom prst="roundRect">
            <a:avLst>
              <a:gd name="adj" fmla="val 11111"/>
            </a:avLst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44348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 ~60 min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" y="480060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A9BB2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Learning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 the Azure MCP server from Copilot to query trailing-3-month consumption without leaving the IDE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Identify and isolate SAP-on-Azure-eligible spend and produce an annotated breakdown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 trend table showing monthly SAP-eligible ACR growth toward the B.2.1 threshold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PAL on a subscription and explain when PAL attribution gaps occur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Produce the B21_ACRBreakdown_v1.pdf evidence artefact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B.2.1 — The Numbers That Matter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105156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051560"/>
            <a:ext cx="2560320" cy="13716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78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$100K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T12M ACR threshold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SAP-eligible only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5156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51560"/>
            <a:ext cx="2560320" cy="137160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38328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types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 · DPOR · CSP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80760" y="1051560"/>
            <a:ext cx="256032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051560"/>
            <a:ext cx="2560320" cy="137160"/>
          </a:xfrm>
          <a:prstGeom prst="rect">
            <a:avLst/>
          </a:prstGeom>
          <a:solidFill>
            <a:srgbClr val="107C10"/>
          </a:solidFill>
          <a:ln w="12700">
            <a:solidFill>
              <a:srgbClr val="107C1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71600"/>
            <a:ext cx="2560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07C1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≥8.3K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6172200" y="269748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run rate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72200" y="34290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 meet T12M target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stress that TOTAL subscription ACR ≠ SAP-eligible ACR. M-series VMs and ANF are the biggest eligible spend.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SAP-Eligible Service Set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011680"/>
                <a:gridCol w="36576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Family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Role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M8ms – M960ixs (M-series)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Virtual Machines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 server, HANA scale-up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Mv2-64ms – Mv2-416ms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Virtual Machines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Large HANA scale-up / scale-out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Mv3-64ms – Mv3-176s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Virtual Machines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Next-gen HANA certified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NetApp Files (ANF)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HANA data/log volumes (NFS 4.1)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Premium SSD v2 / Ultra Disk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HANA persistent storage alternative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ExpressRoute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Networking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SAP-to-on-premises connectivity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ACSS · Monitor for SAP · Backup for HANA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Management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Managed SAP lifecycle + monitoring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generic Azure spend (App Service, Storage blobs, etc.) does NOT count — only the services above.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Types at a Glance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 — Partner Admin Link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user gets Owner/Contributor on subscription and links MPN ID  ·  fastest to set up  ·  gov subs excluded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DPOR — Digital Partner of Record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Nominated via Azure Marketplace / Cloud Marketplace  ·  usually set by customer or CSP admin  ·  check for 24-month expiry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CSP — Cloud Solution Provider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is direct CSP reseller for the subscription  ·  counted via Partner Center transaction data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PAL attribution stops if the linked user/SP loses access → re-link immediately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best practice — link PAL via a dedicated 'lighthouse' user account that stays active throughout engagement.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 Steps —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Inspect sample consumption CSV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live consumption via Azure MCP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724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Annotate SAP-eligible spend (annotate-acr skill)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min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65576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6557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77240" y="3419856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3419856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monthly ACR trend table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72160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1051560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634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166360" y="1005840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57800" y="1005840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Set up PAL on sandbox subscription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57800" y="13075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856232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5166360" y="1810512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1810512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+ package evidence artefact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57800" y="211226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min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2660904"/>
            <a:ext cx="411480" cy="41148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63440" y="26609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5166360" y="2615184"/>
            <a:ext cx="370332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D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57800" y="2615184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 / buffer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57800" y="291693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min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 — Annotate SAP-Eligible Spend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645920"/>
                <a:gridCol w="219456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 Name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3-month Cost (USD)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 Eligible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05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Virtual Machines — M-series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42,500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HANA certified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NetApp Files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8,200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HANA volumes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ExpressRoute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1,800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Connectivity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Azure Backup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✅ YES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Backint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App Service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❌ NO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 SAP-eligible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SAP-eligible total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53,120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≈ USD 212K annualised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3C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Threshold: 100K ✅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E8F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Sample data answer key: annualised ≈ USD 212K — comfortably above threshold. Check CSV path if total is below.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057"/>
          </a:solidFill>
          <a:ln w="12700">
            <a:solidFill>
              <a:srgbClr val="00305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 — Set Up PAL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960120"/>
            <a:ext cx="859536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 method: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portal.azure.com → search 'Partner' → Link to a partner ID → enter MPN ID → Link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 method: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managementpartner create --partner-id &lt;YOUR_MPN_ID&gt;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06EB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managementpartner show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Attribution reflects in Partner Center within 24 hours</a:t>
            </a:r>
            <a:endParaRPr lang="en-US" sz="16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D1343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Sovereign clouds (Azure Gov, China, Germany) do NOT contribute to commercial B.2.1 ACR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E8EDF4"/>
          </a:solidFill>
          <a:ln w="12700">
            <a:solidFill>
              <a:srgbClr val="E8EDF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754880"/>
            <a:ext cx="73152" cy="384048"/>
          </a:xfrm>
          <a:prstGeom prst="rect">
            <a:avLst/>
          </a:prstGeom>
          <a:solidFill>
            <a:srgbClr val="106EBE"/>
          </a:solidFill>
          <a:ln w="12700">
            <a:solidFill>
              <a:srgbClr val="106E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47548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1A2B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🎓 Trainer: 5 min. PAL is per-user per-subscription. If a service principal that held PAL is deleted, ACR stops accruing.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305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4272" y="0"/>
            <a:ext cx="109728" cy="51435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0E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Key Takeaways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C3 Complete — B.2.1 Evidence Produced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Annotated consumption table produced — SAP-eligible vs non-eligible clearly split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Monthly trend table shows 3 months of SAP-eligible ACR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Annualised SAP-eligible ACR estimate exceeds USD 100K T12M threshold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az managementpartner show returns MPN ID on sandbox subscription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D0E8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Evidence file B21_ACRBreakdown_v1.pdf ready for assembly in C6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475488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SAP on Microsoft Azure · Advanced Specialization · Train-the-Trainer Microhack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C3 · B.2.1 ACR Performance</dc:title>
  <dc:subject>SAP on Azure Advanced Specialization B.2.1</dc:subject>
  <dc:creator>SAP on Azure Microhack (AI-generated facilitator deck)</dc:creator>
  <cp:lastModifiedBy>SAP on Azure Microhack (AI-generated facilitator deck)</cp:lastModifiedBy>
  <cp:revision>1</cp:revision>
  <dcterms:created xsi:type="dcterms:W3CDTF">2026-06-27T01:35:07Z</dcterms:created>
  <dcterms:modified xsi:type="dcterms:W3CDTF">2026-06-27T01:35:07Z</dcterms:modified>
</cp:coreProperties>
</file>