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2608" y="320040"/>
            <a:ext cx="2743200" cy="384048"/>
          </a:xfrm>
          <a:prstGeom prst="roundRect">
            <a:avLst>
              <a:gd name="adj" fmla="val 11905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320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C3 · B.2.1 ACR Performance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321040" y="320040"/>
            <a:ext cx="640080" cy="384048"/>
          </a:xfrm>
          <a:prstGeom prst="roundRect">
            <a:avLst>
              <a:gd name="adj" fmla="val 11905"/>
            </a:avLst>
          </a:prstGeom>
          <a:solidFill>
            <a:srgbClr val="50E6FF">
              <a:alpha val="80000"/>
            </a:srgbClr>
          </a:solidFill>
          <a:ln w="12700">
            <a:solidFill>
              <a:srgbClr val="50E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3200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0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B.2.1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1005840"/>
            <a:ext cx="8503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Consumed Revenue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(ACR) Performance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292608" y="2606040"/>
            <a:ext cx="8503920" cy="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B.2.1 — Prove ≥ USD 100K T12M from SAP-eligible services via PAL / DPOR / CSP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4434840"/>
            <a:ext cx="1737360" cy="411480"/>
          </a:xfrm>
          <a:prstGeom prst="roundRect">
            <a:avLst>
              <a:gd name="adj" fmla="val 11111"/>
            </a:avLst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4434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~60 min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Learning Objectives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Azure MCP server from Copilot to query trailing-3-month consumption without leaving the IDE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and isolate SAP-on-Azure-eligible spend and produce an annotated breakdown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 trend table showing monthly SAP-eligible ACR growth toward the B.2.1 threshold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up PAL on a subscription and explain when PAL attribution gaps occur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Produce the B21_ACRBreakdown_v1.pdf evidence artefact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B.2.1 — The Numbers That Matter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25603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051560"/>
            <a:ext cx="2560320" cy="1371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$100K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T12M ACR threshold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34290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SAP-eligible only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51560"/>
            <a:ext cx="25603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051560"/>
            <a:ext cx="2560320" cy="137160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3716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3383280" y="269748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types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83280" y="34290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 · DPOR · CSP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1051560"/>
            <a:ext cx="25603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0760" y="1051560"/>
            <a:ext cx="2560320" cy="13716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13716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≥8.3K</a:t>
            </a:r>
            <a:endParaRPr lang="en-US" sz="5200" dirty="0"/>
          </a:p>
        </p:txBody>
      </p:sp>
      <p:sp>
        <p:nvSpPr>
          <p:cNvPr id="18" name="Text 16"/>
          <p:cNvSpPr/>
          <p:nvPr/>
        </p:nvSpPr>
        <p:spPr>
          <a:xfrm>
            <a:off x="6172200" y="269748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run rate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34290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meet T12M target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stress that TOTAL subscription ACR ≠ SAP-eligible ACR. M-series VMs and ANF are the biggest eligible spend.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SAP-Eligible Service Set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Family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 Role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M8ms – M960ixs (M-series)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Virtual Machines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 server, HANA scale-up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Mv2-64ms – Mv2-416ms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Virtual Machines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Large HANA scale-up / scale-out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Mv3-64ms – Mv3-176s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Virtual Machines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Next-gen HANA certified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NetApp Files (ANF)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Storage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HANA data/log volumes (NFS 4.1)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Premium SSD v2 / Ultra Disk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Storage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HANA persistent storage alternative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ExpressRoute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SAP-to-on-premises connectivity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ACSS · Monitor for SAP · Backup for HANA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 Management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Managed SAP lifecycle + monitoring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generic Azure spend (App Service, Storage blobs, etc.) does NOT count — only the services above.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Types at a Glance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 — Partner Admin Link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user gets Owner/Contributor on subscription and links MPN ID  ·  fastest to set up  ·  gov subs excluded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DPOR — Digital Partner of Record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Nominated via Azure Marketplace / Cloud Marketplace  ·  usually set by customer or CSP admin  ·  check for 24-month expiry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CSP — Cloud Solution Provider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is direct CSP reseller for the subscription  ·  counted via Partner Center transaction data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 attribution stops if the linked user/SP loses access → re-link immediately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best practice — link PAL via a dedicated 'lighthouse' user account that stays active throughout engagement.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Steps — Agenda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sample consumption CSV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live consumption via Azure MCP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Annotate SAP-eligible spend (annotate-acr skill)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min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465576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4655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77240" y="3419856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341985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monthly ACR trend table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" y="37216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6636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5780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up PAL on sandbox subscription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5780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16636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+ package evidence artefact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25780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16636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5780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Q&amp;A / buffer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5780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3 — Annotate SAP-Eligible Spend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164592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Name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3-month Cost (USD)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 Eligible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Virtual Machines — M-series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42,500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YES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HANA certified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NetApp Files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8,200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YES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HANA volumes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ExpressRoute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1,800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YES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Connectivity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Backup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620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YES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Backint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 Service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❌ NO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SAP-eligible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SAP-eligible total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53,120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≈ USD 212K annualised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Threshold: 100K ✅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Sample data answer key: annualised ≈ USD 212K — comfortably above threshold. Check CSV path if total is below.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5 — Set Up PAL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method: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portal.azure.com → search 'Partner' → Link to a partner ID → enter MPN ID → Link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 method: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 managementpartner create --partner-id &lt;YOUR_MPN_ID&gt;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 managementpartner show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reflects in Partner Center within 24 hours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Sovereign clouds (Azure Gov, China, Germany) do NOT contribute to commercial B.2.1 ACR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5 min. PAL is per-user per-subscription. If a service principal that held PAL is deleted, ACR stops accruing.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C3 Complete — B.2.1 Evidence Produced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Annotated consumption table produced — SAP-eligible vs non-eligible clearly split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trend table shows 3 months of SAP-eligible ACR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Annualised SAP-eligible ACR estimate exceeds USD 100K T12M threshold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 managementpartner show returns MPN ID on sandbox subscription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file B21_ACRBreakdown_v1.pdf ready for assembly in C6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7548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C3 · B.2.1 ACR Performance</dc:title>
  <dc:subject>SAP on Azure Advanced Specialization B.2.1</dc:subject>
  <dc:creator>SAP on Azure Microhack (AI-generated facilitator deck)</dc:creator>
  <cp:lastModifiedBy>SAP on Azure Microhack (AI-generated facilitator deck)</cp:lastModifiedBy>
  <cp:revision>1</cp:revision>
  <dcterms:created xsi:type="dcterms:W3CDTF">2026-06-26T23:42:23Z</dcterms:created>
  <dcterms:modified xsi:type="dcterms:W3CDTF">2026-06-26T23:42:23Z</dcterms:modified>
</cp:coreProperties>
</file>