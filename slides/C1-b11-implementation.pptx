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3200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320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C1 · B.1.1 Implementation Capability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321040" y="320040"/>
            <a:ext cx="640080" cy="384048"/>
          </a:xfrm>
          <a:prstGeom prst="roundRect">
            <a:avLst>
              <a:gd name="adj" fmla="val 11905"/>
            </a:avLst>
          </a:prstGeom>
          <a:solidFill>
            <a:srgbClr val="50E6FF">
              <a:alpha val="80000"/>
            </a:srgbClr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200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0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B.1.1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100584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Azure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Capability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92608" y="2606040"/>
            <a:ext cx="85039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B.1.1 — Proven deployment experience with M-series, ANF, HSR and ACSS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0" y="4434840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4434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~75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· Advanced Specialization · Train-the-Trainer Microhack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an Azure landing zone for a simulated SAP landscape using Bicep/AVM (lab vs reference sizing)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the SAP-on-Azure service surface an auditor expects: M/Mv3 VMs, ANF, AZs, ExpressRoute, ACSS, HSR, ASCS/ERS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Module B Lab Coach (draft-case-study skill) to produce case study, architecture diagram, capability statement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evidence using the naming convention  [ControlRef]_[DocumentType]_v[N].pdf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B.1.1 — What Auditors Look For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02336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Evidence Type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Accepted Artefact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 Name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 engagement proof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Case study (anonymised) — customer name, scope, outcome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B11_CaseStudy_v1.pdf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Technical architecture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Architecture diagram — Azure services, HANA tier, ASCS/ERS, ANF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B11_ArchitectureDiagram_v1.pdf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Capability statement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Partner narrative mapping practice to specialization requirements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B11_CapabilityStatement_v1.pdf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Deployment evidence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Portal/CLI screenshots, ARM/Bicep logs, ACSS registration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(included in case study)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stress the file naming — auditors often flag files named 'case study final FINAL.pdf'.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Architecture — SAP on Azure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tiers in a B.1.1-compliant deployment: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HANA Tier (AZ1): Mv3 primary → HSR sync replication → HANA secondary (AZ2)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Tier: 2 × Edsv5 Application Servers across Availability Zones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 Cluster: ASCS/ERS on Dsv5 × 2, Pacemaker + SBD fencing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Storage: Azure NetApp Files — /sapmnt, /usr/trans, hana-log/data (NFS 4.1)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Connectivity: ExpressRoute (primary) + Azure Firewall + Azure Bastion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Management: ACSS · Azure Monitor for SAP · Azure Backup for HANA (Backint)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lab profile uses Dsv5 VMs (no M-series quota), but Bicep code still references Mv3 for evidence narrative.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B.1.1 Audit Checklist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 Dimension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Service(s)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 Profile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SAP-certified HANA compute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M-series / Mv2 / Mv3 (HANA TDI certified)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Dsv5 (simulated)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 – HANA tier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HSR sync replication across Availability Zones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in Bicep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 – app/ASCS tier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Pacemaker + SBD on Dsv5, ASCS/ERS clustering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in Bicep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 storage (global FS)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NetApp Files (NFS 4.1, /sapmnt, /usr/trans)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in Bicep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connectivity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ExpressRoute or VPN Gateway + Azure Firewall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in Bicep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Management &amp; operations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ACSS, Azure Monitor for SAP, Azure Backup for HANA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in Bicep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 / identity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Entra ID SAML SSO for Fiori, PIM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in Bicep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Steps —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0058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0058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Bicep landing zone (az bicep build)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307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1810512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810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services to B.1.1 audit checklist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112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60904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615184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151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Module B Lab Coach agent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9169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65576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" y="3419856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41985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draft-case-study: generate case study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72160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05156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66360" y="10058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10058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architecture diagram (Mermaid)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1307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1856232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166360" y="1810512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1810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capability statement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2112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660904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166360" y="2615184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57800" y="26151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evidence artefacts + verify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57800" y="29169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3465576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166360" y="3419856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341985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Q&amp;A / buffer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57800" y="372160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— Validate the Bicep Landing Zone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Compile-check only (no live deployment needed for audit):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 bicep build --file infra/main.bicep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Sizing profiles: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profile  →  sizingProfile=lab, workloadName=sapmh, location=swedencentral  (Dsv5, cheap)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profile  →  sizingProfile=reference  (Mv3, production-grade — not deployed in class)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what-if: az deployment sub what-if ... (shows what would be created, nothing deployed)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if 'bicep not found', run 'az bicep install' first. Skip what-if if quota/permissions issues arise.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 4–6 — Copilot Evidence Generation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Case Study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@moduleb-lab-coach #draft-case-study  →  Partner, Customer (anonymised), scope, outcome, date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Architecture Diagram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@moduleb-lab-coach #draft-case-study  →  Ask for Mermaid flowchart: 2 AZs, Mv3, HSR, ASCS/ERS, ANF, ExpressRoute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6: Capability Statement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@moduleb-lab-coach #draft-case-study  →  Partner name, deployments in 24 months, certifications, regions, reference engagement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 measurable outcomes: p99 HANA latency, RTO target, go-live date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common gap — students forget measurable outcomes. Prompt: 'What p99 latency did HANA achieve?'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7 — File the Evidence Artefacts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47472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Artefact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 Name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Folder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Case study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B11_CaseStudy_v1.pdf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 B / B1.1 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Architecture diagram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B11_ArchitectureDiagram_v1.pdf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 B / B1.1 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Capability statement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B11_CapabilityStatement_v1.pdf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 B / B1.1 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Convention: [ControlRef]_[DocumentType]_v[N].pdf — increment vN on each revision. No B11_HLD artefact exists for B.1.1.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C1 Complete — B.1.1 Evidence Produced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 bicep build exits 0 — landing zone Bicep compiles cleanly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 (B11_CaseStudy_v1.pdf) includes measurable outcomes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diagram (B11_ArchitectureDiagram_v1.pdf) shows both AZs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Capability statement (B11_CapabilityStatement_v1.pdf) under 500 words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three files follow [ControlRef]_[DocumentType]_v[N].pdf convention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7548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· Advanced Specialization · Train-the-Trainer Microhack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C1 · B.1.1 Implementation Capability</dc:title>
  <dc:subject>SAP on Azure Advanced Specialization B.1.1</dc:subject>
  <dc:creator>SAP on Azure Microhack (AI-generated facilitator deck)</dc:creator>
  <cp:lastModifiedBy>SAP on Azure Microhack (AI-generated facilitator deck)</cp:lastModifiedBy>
  <cp:revision>1</cp:revision>
  <dcterms:created xsi:type="dcterms:W3CDTF">2026-06-27T01:35:07Z</dcterms:created>
  <dcterms:modified xsi:type="dcterms:W3CDTF">2026-06-27T01:35:07Z</dcterms:modified>
</cp:coreProperties>
</file>