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C1  ·  B.1.1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SAP on Azure Implementation 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Deploy a simulated SAP landing zone with Bicep/AVM; let Copilot draft the case study, architecture diagram and capability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~75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Deploy an Azure landing zone for a simulated SAP landscape with Bicep/AVM — choosing </a:t>
            </a:r>
            <a:r>
              <a:rPr sz="1650" b="1" i="0">
                <a:solidFill>
                  <a:srgbClr val="005A9E"/>
                </a:solidFill>
                <a:latin typeface="Segoe UI"/>
              </a:rPr>
              <a:t>lab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vs </a:t>
            </a:r>
            <a:r>
              <a:rPr sz="1650" b="1" i="0">
                <a:solidFill>
                  <a:srgbClr val="005A9E"/>
                </a:solidFill>
                <a:latin typeface="Segoe UI"/>
              </a:rPr>
              <a:t>reference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sizing.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Explain the SAP-on-Azure service surface auditors expect: M/Mv3 VMs, ANF, Availability Zones, ExpressRoute, ACSS, HSR, ASCS/ERS.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the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@moduleb-lab-coach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agent +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#draft-case-study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to produce the case study, architecture diagram &amp; capability statement.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File evidence using the naming convention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[ControlRef]_[DocumentType]_v[N].pdf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B.1.1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What the auditor wants to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Control B.1.1 asks partners to demonstrate proven SAP-on-Azure implementation capability.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783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7351"/>
                <a:gridCol w="7740487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Evidence type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Accepted artefact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Customer engagement proof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Anonymised case study — customer, scope, outcome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Technical architecture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Diagram: Azure services, HANA tier, ASCS/ERS, ANF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Partner capability statement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Narrative mapping the practice to the specialization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Deployment evidence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Portal/CLI screenshots, Bicep logs, ACSS registration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The topology you deploy &amp;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2331720" cy="987552"/>
          </a:xfrm>
          <a:prstGeom prst="roundRect">
            <a:avLst>
              <a:gd name="adj" fmla="val 6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011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CONNECTIVITY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783080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ExpressRoute / VPN Gateway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8" y="1783080"/>
            <a:ext cx="40233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2880360"/>
            <a:ext cx="2331720" cy="987552"/>
          </a:xfrm>
          <a:prstGeom prst="roundRect">
            <a:avLst>
              <a:gd name="adj" fmla="val 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80360"/>
            <a:ext cx="2011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COMPUTE + HIGH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880360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HANA Primary — Mv3 (ref) / Dsv5 (lab)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HANA Secondary — HSR sync (AZ2)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880360"/>
            <a:ext cx="40233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ASCS/ERS — Pacemaker + SBD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App servers — 2 × Edsv5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40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977640"/>
            <a:ext cx="2331720" cy="987552"/>
          </a:xfrm>
          <a:prstGeom prst="roundRect">
            <a:avLst>
              <a:gd name="adj" fmla="val 6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77640"/>
            <a:ext cx="2011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SHARED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977640"/>
            <a:ext cx="832104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NetApp Files (NFS 4.1)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/sapmnt · /usr/trans · hana-data · hana-log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57839" cy="987552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5074920"/>
            <a:ext cx="2331720" cy="987552"/>
          </a:xfrm>
          <a:prstGeom prst="roundRect">
            <a:avLst>
              <a:gd name="adj" fmla="val 6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2011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5074920"/>
            <a:ext cx="429768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Center for SAP Solutions (ACSS)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Monitor for SAP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5074920"/>
            <a:ext cx="40233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2424"/>
                </a:solidFill>
                <a:latin typeface="Segoe UI"/>
              </a:rPr>
              <a:t>•  Azure Backup for HANA (Backint)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SERVICE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Map services to the B.1.1 checklist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8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0822"/>
                <a:gridCol w="7077016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B.1.1 audit dimension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Azure service(s)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SAP-certified HANA compute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 / Mv2 / Mv3 VMs (HANA TDI certified)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 — HANA tier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HSR sync replication across Availability Zones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 — app / ASCS tier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Pacemaker + SBD on Dsv5, ASCS/ERS clustering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Shared storage (global FS)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NetApp Files (NFS 4.1)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Network connectivity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ExpressRoute (primary) or VPN + Azure Firewall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Management &amp; operations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ACSS · Azure Monitor for SAP · Azure Backup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Security / identity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Entra ID SAML SSO (Fiori) · PIM for Basis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COPILOT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Draft B.1.1 evidence with the Lab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One skill, three artefacts. The agent must be active for the #skill reference to resolve.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52294"/>
            <a:ext cx="11057839" cy="3753612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5346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#draft-case-study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65526"/>
            <a:ext cx="10509199" cy="2290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Context: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Partner: [YOUR COMPANY]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Customer: ACME Mfg GmbH (anon.)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Scope: S/4HANA 2023 greenfield, 2×AZ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       Mv3 HANA, ANF, ASCS/ERS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Region: Sweden Central (AZ 1 &amp; 2)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Duration: 14 weeks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Outcome: go-live; &lt;2s HANA p99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Control: B.1.1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502402"/>
            <a:ext cx="105091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502402"/>
            <a:ext cx="10143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case study · arch diagram · capability stmt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C1 · 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Three B.1.1 evidence 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Evidence folder:  </a:t>
            </a:r>
            <a:r>
              <a:rPr sz="1400" b="1" i="0">
                <a:solidFill>
                  <a:srgbClr val="005A9E"/>
                </a:solidFill>
                <a:latin typeface="Consolas"/>
              </a:rPr>
              <a:t>Module B / B1.1 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496312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B11_CaseStudy_v1.pdf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Anonymised engagement — customer, scope, Azure services, measurable outcome,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00984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00984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557016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429000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B11_ArchitectureDiagram_v1.pdf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5818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Mermaid/diagram showing both Availability Zones, HANA tier, ASCS/ERS, ANF.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61688"/>
            <a:ext cx="11057839" cy="914400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61688"/>
            <a:ext cx="128016" cy="9144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617720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489704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B11_CapabilityStatement_v1.pdf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81888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&lt; 500-word practice narrative — deployments, regions, AZ-120 certs, specializations.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C0 recap + scene-setting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Bicep compile + what-if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Service mapping exercise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Load Lab Coach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#draft-case-study +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9145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Arch diagram + capability stmt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914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20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2180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File artefacts +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53218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If az bicep build fails with "bicep not found", run az bicep install first.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2761488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2706624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Redirect pupils who want a live deploy to the what-if path — live deploy takes 20+ min and diverts focus.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5661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5112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Common gap: missing measurable outcome. Prompt: "What p99 latency? What RTO target?"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4133088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4078224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Answer key in labs/challenge-1-implementation/sample-answers/.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