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0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2608" y="320040"/>
            <a:ext cx="2743200" cy="384048"/>
          </a:xfrm>
          <a:prstGeom prst="roundRect">
            <a:avLst>
              <a:gd name="adj" fmla="val 11905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3200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C2 · B.4.2 Onboarding &amp; Migration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321040" y="320040"/>
            <a:ext cx="640080" cy="384048"/>
          </a:xfrm>
          <a:prstGeom prst="roundRect">
            <a:avLst>
              <a:gd name="adj" fmla="val 11905"/>
            </a:avLst>
          </a:prstGeom>
          <a:solidFill>
            <a:srgbClr val="50E6FF">
              <a:alpha val="80000"/>
            </a:srgbClr>
          </a:solidFill>
          <a:ln w="12700">
            <a:solidFill>
              <a:srgbClr val="50E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0" y="3200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0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B.4.2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2608" y="1005840"/>
            <a:ext cx="8503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 Onboarding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Migration Methodology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292608" y="2606040"/>
            <a:ext cx="8503920" cy="0"/>
          </a:xfrm>
          <a:prstGeom prst="line">
            <a:avLst/>
          </a:prstGeom>
          <a:noFill/>
          <a:ln w="25400">
            <a:solidFill>
              <a:srgbClr val="0078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274320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 B.4.2 — Repeatable methodology with HLD/LLD/Runbook/KT/Hypercare + ACSS registration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0" y="4434840"/>
            <a:ext cx="1737360" cy="411480"/>
          </a:xfrm>
          <a:prstGeom prst="roundRect">
            <a:avLst>
              <a:gd name="adj" fmla="val 11111"/>
            </a:avLst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0" y="4434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⏱ ~75 min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2608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on Microsoft Azure · Advanced Specialization · Train-the-Trainer Microhack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Learning Objectives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SAP Activate phases to the Azure migration workstream and explain which Azure service is introduced at each phase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 the simulated landscape with ACSS and enable Azure Monitor for SAP and Azure Backup for SAP HANA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Lab Coach skills (generate-hld, generate-runbook) to produce a repeatable onboarding pack (5 artefacts)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the onboarding pack as B.4.2 evidence using the [ControlRef]_[DocumentType]_v[N].pdf convention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B.4.2 — What Auditors Look For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657600"/>
                <a:gridCol w="2926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Evidence Type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Accepted Artefact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File Name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Methodology documentation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HLD + LLD — one per engagement or anonymised template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B42_HLD_v1.pdf / B42_LLD_v1.pdf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Migration execution artefact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Runbook used during cutover (tested, timestamped steps)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B42_MigrationRunbook_v1.pdf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Knowledge transfer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KT plan + sign-off / recorded session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B42_KTPlan_v1.pdf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Hypercare / stabilisation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Hypercare plan with SLA, escalation, exit criteria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B42_HypercarePlan_v1.pdf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ACSS registration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Screenshot/export of ACSS VIS registration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B42_ACSSRegistration_v1.pdf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LLD is a distinct artefact from HLD — students often skip it. It must include concrete IP/sizing numbers.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Activate → Azure Phase Map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Landscape assessment · HANA HSR topology · App server count · Custom code/interfaces · ANF throughput planning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Bicep (infra/main.bicep) · ExpressRoute/VPN · ACSS pre-registration · RHEL/SLES SAP-certified images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Explore → Realise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 system migration · First ACSS VIS · Azure Monitor for SAP alerts · HANA backup to Recovery Vault · QA+Prod migration · HSR cutover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→ Run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HSR takeover (&lt; 30 s) · DNS failover · LB health probe check · SAP start · 4-week hypercare · KT sign-off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pause at Discover (sizing) and Deploy (HSR takeover) — these are where most audit questions arise.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B.4.2 — Azure Service Reference Set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474720"/>
                <a:gridCol w="38404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Phase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Service / Feature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Purpose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Prepare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Center for SAP Solutions (ACSS)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Guided deployment, VIS registration, insights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Prepare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NetApp Files (NFS 4.1)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/sapmnt, /usr/trans, HANA log+data volumes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Realise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Monitor for SAP Solutions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HANA, OS, NetWeaver metrics + alerting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Realise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Backup for SAP HANA (Backint)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Policy-based backups to Recovery Services Vault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Deploy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AZs + HSR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Zero-downtime cutover, RPO ≈ 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Deploy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Load Balancer (Standard, HA ports)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ASCS/ERS floating IP, HANA read-scale VIP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Update Manager + ACSS Insights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Patch compliance, CPU/memory trending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Steps — Agenda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1005840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00584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 with ACSS (portal + CLI)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13075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1856232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1810512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181051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Enable Azure Monitor for SAP Solutions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211226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min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660904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2660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615184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261518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Enable Azure Backup for SAP HANA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8680" y="29169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min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105156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66360" y="1005840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57800" y="100584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 onboarding pack (5 artefacts)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257800" y="13075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min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1856232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166360" y="1810512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57800" y="181051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+ rename evidence artefacts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257800" y="211226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2660904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2660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166360" y="2615184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57800" y="261518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Q&amp;A / buffer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257800" y="29169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1 — Register with ACSS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Portal: Azure Center for SAP Solutions → Create → Register Existing SAP System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SID: S4H · SAP Product: SAP S/4HANA 2023 · Environment: Non-Production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 group: rg-sapmh-lab  (created in C1)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 equivalent: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 workloads sap-virtual-instance create --resource-group rg-sapmh-lab --name S4H --location swedencentral --environment NonProd --sap-product S4HANA --central-server-vm-id &lt;vm-id&gt;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 Microsoft.Workloads provider first if CLI fails: az provider register --namespace Microsoft.Workloads --wait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ACSS not in all regions — Sweden Central, East US, West Europe are safe. Redirect to East US if needed.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4 — Generate the Onboarding Pack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Copilot-generated artefacts: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4a HLD   →  @moduleb-lab-coach #generate-hld  (compute, storage, network, HA/DR, management layers)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4b LLD   →  @moduleb-lab-coach #generate-hld mode:LLD  (VM SKUs, ANF layout, CIDR, LB rules, backup schedule)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4c Runbook  →  @moduleb-lab-coach #generate-runbook type:cutover  (HSR takeover, DNS, go/no-go, rollback)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4d KT Plan  →  @moduleb-lab-coach #generate-runbook type:KT plan  (4 sessions × 2h, topics, recorded sessions)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4e Hypercare →  @moduleb-lab-coach #generate-runbook type:hypercare  (4 weeks, SLA, escalation, exit criteria)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Lab Coach maintains context — LLD auto-references the HLD. Run prompts sequentially.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30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Key Takeaways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C2 Complete — B.4.2 Evidence Produced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ACSS VIS created (or screenshot) for SID S4H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Monitor for SAP resource created with at least one provider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Recovery Services Vault created with Full+Log backup policy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artefacts filed: B42_HLD / B42_LLD / B42_MigrationRunbook / B42_KTPlan / B42_HypercarePlan / B42_ACSSRegistration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Runbook includes go/no-go decision point and rollback procedure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Hypercare plan lists exit criteria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47548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on Microsoft Azure · Advanced Specialization · Train-the-Trainer Microhack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C2 · B.4.2 Onboarding &amp; Migration</dc:title>
  <dc:subject>SAP on Azure Advanced Specialization B.4.2</dc:subject>
  <dc:creator>SAP on Azure Microhack (AI-generated facilitator deck)</dc:creator>
  <cp:lastModifiedBy>SAP on Azure Microhack (AI-generated facilitator deck)</cp:lastModifiedBy>
  <cp:revision>1</cp:revision>
  <dcterms:created xsi:type="dcterms:W3CDTF">2026-06-26T23:42:23Z</dcterms:created>
  <dcterms:modified xsi:type="dcterms:W3CDTF">2026-06-26T23:42:23Z</dcterms:modified>
</cp:coreProperties>
</file>