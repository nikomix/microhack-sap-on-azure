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C2 · B.4.2 Onboarding &amp; Migration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B.4.2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Onboarding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Migration Methodology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B.4.2 — Repeatable methodology with HLD/LLD/Runbook/KT/Hypercare + ACSS registration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~75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SAP Activate phases to the Azure migration workstream and explain which Azure service is introduced at each phase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the simulated landscape with ACSS and enable Azure Monitor for SAP and Azure Backup for SAP HANA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Lab Coach skills (generate-hld, generate-runbook) to produce a repeatable onboarding pack (5 artefacts)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the onboarding pack as B.4.2 evidence using the [ControlRef]_[DocumentType]_v[N].pdf convention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B.4.2 — What Auditors Look For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Type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Accepted Artefact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Methodology documentation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HLD + LLD — one per engagement or anonymised template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B42_HLD_v1.pdf / B42_LLD_v1.pdf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Migration execution artefact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Runbook used during cutover (tested, timestamped steps)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B42_MigrationRunbook_v1.pdf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 transfer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KT plan + sign-off / recorded session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B42_KTPlan_v1.pdf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Hypercare / stabilisation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Hypercare plan with SLA, escalation, exit criteria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B42_HypercarePlan_v1.pdf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ACSS registration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Screenshot/export of ACSS VIS registration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B42_ACSSRegistration_v1.pdf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LLD is a distinct artefact from HLD — students often skip it. It must include concrete IP/sizing numbers.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Activate → Azure Phase 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Landscape assessment · HANA HSR topology · App server count · Custom code/interfaces · ANF throughput planning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Bicep (infra/main.bicep) · ExpressRoute/VPN · ACSS pre-registration · RHEL/SLES SAP-certified images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→ Realise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system migration · First ACSS VIS · Azure Monitor for SAP alerts · HANA backup to Recovery Vault · QA+Prod migration · HSR cutover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→ Run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HSR takeover (&lt; 30 s) · DNS failover · LB health probe check · SAP start · 4-week hypercare · KT sign-off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pause at Discover (sizing) and Deploy (HSR takeover) — these are where most audit questions arise.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B.4.2 — Azure Service Reference Set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840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Service / 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Prepare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Center for SAP Solutions (ACSS)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Guided deployment, VIS registration,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Prepare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NetApp Files (NFS 4.1)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/sapmnt, /usr/trans, HANA log+data volumes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Monitor for SAP Solutions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HANA, OS, NetWeaver metrics + alerting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Realise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Backup for SAP HANA (Backint)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Policy-based backups to Recovery Services Vault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AZs + HSR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Zero-downtime cutover, RPO ≈ 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Load Balancer (Standard, HA ports)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ASCS/ERS floating IP, HANA read-scale VIP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Update Manager + ACSS Insights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 compliance, CPU/memory trending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with ACSS (portal + CLI)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Azure Monitor for SAP Solutions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Azure Backup for SAP HANA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onboarding pack (5 artefacts)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+ rename evidence artefacts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buffer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Register with ACSS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Portal: Azure Center for SAP Solutions → Create → Register Existing SAP System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SID: S4H · SAP Product: SAP S/4HANA 2023 · Environment: Non-Production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group: rg-sapmh-lab  (created in C1)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equivalent: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workloads sap-virtual-instance create --resource-group rg-sapmh-lab --name S4H --location swedencentral --environment NonProd --sap-product S4HANA --central-server-vm-id &lt;vm-id&gt;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Microsoft.Workloads provider first if CLI fails: az provider register --namespace Microsoft.Workloads --wait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ACSS not in all regions — Sweden Central, East US, West Europe are safe. Redirect to East US if needed.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— Generate the Onboarding Pack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Copilot-generated artefacts: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4a HLD   →  @moduleb-lab-coach #generate-hld  (compute, storage, network, HA/DR, management layers)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4b LLD   →  @moduleb-lab-coach #generate-hld mode:LLD  (VM SKUs, ANF layout, CIDR, LB rules, backup schedule)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4c Runbook  →  @moduleb-lab-coach #generate-runbook type:cutover  (HSR takeover, DNS, go/no-go, rollback)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4d KT Plan  →  @moduleb-lab-coach #generate-runbook type:KT plan  (4 sessions × 2h, topics, recorded sessions)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4e Hypercare →  @moduleb-lab-coach #generate-runbook type:hypercare  (4 weeks, SLA, escalation, exit criteria)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Lab Coach maintains context — LLD auto-references the HLD. Run prompts sequentially.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C2 Complete — B.4.2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ACSS VIS created (or screenshot) for SID S4H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Monitor for SAP resource created with at least one provider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 Services Vault created with Full+Log backup policy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artefacts filed: B42_HLD / B42_LLD / B42_MigrationRunbook / B42_KTPlan / B42_HypercarePlan / B42_ACSSRegistration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 includes go/no-go decision point and rollback procedure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Hypercare plan lists exit criteria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 · B.4.2 Onboarding &amp; Migration</dc:title>
  <dc:subject>SAP on Azure Advanced Specialization B.4.2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