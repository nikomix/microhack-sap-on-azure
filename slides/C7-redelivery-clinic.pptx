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C7 · Re-delivery Clinic &amp; Wrap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321040" y="32004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50E6FF">
              <a:alpha val="80000"/>
            </a:srgbClr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20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TTT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Re-delivery Clinic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Wrap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92608" y="2606040"/>
            <a:ext cx="85039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Train-the-Trainer — customise, re-deliver, and assess this microhack with your own team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44348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4434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~45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Goals of C7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trainee picks one module and delivers its 2-minute talk track to the room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debrief: timing risks, common pitfalls, and customisation for different audiences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how to fork and customise the repo for your organisation (branding, sample data, region)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Wrap: map each lab artefact back to the audit Evidence Tracker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Microhack — Day at a Glance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47548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Environment Setup (Codespace, az login, Lab Coach)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B.1.1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on Azure Implementation Capability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B.4.2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Partner Onboarding &amp; Migration Methodology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☕ Break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B.2.1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ACR Performance (SAP-eligible spend)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B.2.2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Diversity (PAL/DPOR/CSP)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B.3.1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Skilling (AZ-120 / MS Learn)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B.4.1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Readiness — Evidence Pack Assembly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TTT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Re-delivery Clinic &amp; Wrap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Total: ~7h with breaks. Recommend starting at 09:00 for a comfortable finish by 16:30.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2-Minute Talk Track Practice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Exercise: each participant delivers one module's talk track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your module from C1–C6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2 minutes — cover: control goal, key Azure service, one pitfall, one Copilot skill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scores on: clarity, accuracy, timing, audience fit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Debrief questions: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module generated the most questions from your practice audience?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did timing overrun — and what can be cut for a 45-min express delivery?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would you customise for a CSP-only audience? A greenfield-only audience?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time each 2-min talk with a phone timer. Gentle cutoffs reinforce the classroom discipline trainees will need.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Customising the Repo for Re-delivery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Fork the repo on GitHub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github.com/NikoMix/microhack-sap-on-azure → Fork → rename for your org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Branding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site/astro.config.mjs: title, logo, socialLinks → rebuild with npm run build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data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Replace labs/*/sample-data/ CSVs/JSONs with your own anonymised customer data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swedencentral → your target region in infra/params/lab.bicepparam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/ skills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Customise .github/agents/moduleb-lab-coach.md with partner-specific context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the site rebuilds automatically via GitHub Actions — just push to main and Pages deploys within ~2 min.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Tracker — Full Map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69494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Artefact(s) Produced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B.1.1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B11_CaseStudy · B11_ArchitectureDiagram · B11_CapabilityStatement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B.4.2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B42_HLD · B42_LLD · B42_MigrationRunbook · B42_KTPlan · B42_HypercarePlan · B42_ACSSRegistration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B.2.1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B21_ACRBreakdown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B.2.2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B22_CustomerList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B.3.1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B31_SkillingMapping · B31_AZ120Transcript_[Name]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B.4.1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B41_EvidenceIndex · B41_PreAuditReview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Convention: [ControlRef]_[DocumentType]_v[N].pdf in Module B / B[ref] / — NO B11_HLD artefact exists.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Pitfalls — Master List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C0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servers not green → reopen Codespace, reload window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C1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'az bicep build' fails: az bicep install  ·  live deployment distracts from evidence flow — use what-if only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C2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ACSS provider reg takes 5–10 min — kick off early  ·  Backint pre-reg script needs real HANA VM OS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C3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 via deleted SP stops ACR  ·  sovereign cloud PAL ≠ commercial ACR  ·  total ACR ≠ SAP-eligible ACR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C4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DPOR records &gt; 24 months may be stale  ·  same tenant ≠ multiple customers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C5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AZ-120 past 1-year validity = GAP (free renewal exam available, no re-sit needed)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C6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Mis-named files fail audit  ·  B.4.1 MISSING is expected before Steps 5+6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B Microhack Complete 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Module B controls covered: B.1.1 · B.2.1 · B.2.2 · B.3.1 · B.4.1 · B.4.2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evidence artefacts generated using GitHub Copilot custom agents and skills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pack assembled in Module B / B[ref] / folder structure and validated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participant has practised a 2-minute talk track delivery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now fork, customise, and re-deliver this microhack for your own teams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Advanced Specialization — Module B: AUDIT READY ✅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C7 · Re-delivery Clinic &amp; Wrap</dc:title>
  <dc:subject>Train-the-Trainer Re-delivery</dc:subject>
  <dc:creator>SAP on Azure Microhack (AI-generated facilitator deck)</dc:creator>
  <cp:lastModifiedBy>SAP on Azure Microhack (AI-generated facilitator deck)</cp:lastModifiedBy>
  <cp:revision>1</cp:revision>
  <dcterms:created xsi:type="dcterms:W3CDTF">2026-06-27T01:35:07Z</dcterms:created>
  <dcterms:modified xsi:type="dcterms:W3CDTF">2026-06-27T01:35:07Z</dcterms:modified>
</cp:coreProperties>
</file>