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30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92608" y="320040"/>
            <a:ext cx="2743200" cy="384048"/>
          </a:xfrm>
          <a:prstGeom prst="roundRect">
            <a:avLst>
              <a:gd name="adj" fmla="val 11905"/>
            </a:avLst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92608" y="3200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C7 · Re-delivery Clinic &amp; Wrap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8321040" y="320040"/>
            <a:ext cx="640080" cy="384048"/>
          </a:xfrm>
          <a:prstGeom prst="roundRect">
            <a:avLst>
              <a:gd name="adj" fmla="val 11905"/>
            </a:avLst>
          </a:prstGeom>
          <a:solidFill>
            <a:srgbClr val="50E6FF">
              <a:alpha val="80000"/>
            </a:srgbClr>
          </a:solidFill>
          <a:ln w="12700">
            <a:solidFill>
              <a:srgbClr val="50E6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21040" y="320040"/>
            <a:ext cx="640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305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TTT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292608" y="1005840"/>
            <a:ext cx="85039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Re-delivery Clinic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&amp; Wrap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292608" y="2606040"/>
            <a:ext cx="8503920" cy="0"/>
          </a:xfrm>
          <a:prstGeom prst="line">
            <a:avLst/>
          </a:prstGeom>
          <a:noFill/>
          <a:ln w="25400">
            <a:solidFill>
              <a:srgbClr val="0078D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2608" y="2743200"/>
            <a:ext cx="68580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Train-the-Trainer — customise, re-deliver, and assess this microhack with your own team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132320" y="4434840"/>
            <a:ext cx="1737360" cy="411480"/>
          </a:xfrm>
          <a:prstGeom prst="roundRect">
            <a:avLst>
              <a:gd name="adj" fmla="val 11111"/>
            </a:avLst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32320" y="44348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⏱ ~45 min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92608" y="4800600"/>
            <a:ext cx="6858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BB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SAP on Microsoft Azure · Advanced Specialization · Train-the-Trainer Microhack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Goals of C7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859536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trainee picks one module and delivers its 2-minute talk track to the room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debrief: timing risks, common pitfalls, and customisation for different audiences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Agree how to fork and customise the repo for your organisation (branding, sample data, region)</a:t>
            </a:r>
            <a:endParaRPr lang="en-US" sz="14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Wrap: map each lab artefact back to the audit Evidence Tracker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Full Microhack — Day at a Glance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859536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914400"/>
                <a:gridCol w="4754880"/>
                <a:gridCol w="109728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Session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Control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Topic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Time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Environment Setup (Codespace, az login, Lab Coach)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45 min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B.1.1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SAP on Azure Implementation Capability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75 min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B.4.2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Partner Onboarding &amp; Migration Methodology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75 min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—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☕ Break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15 min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C3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B.2.1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ACR Performance (SAP-eligible spend)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 min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C4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B.2.2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Customer Diversity (PAL/DPOR/CSP)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45 min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C5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B.3.1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Skilling (AZ-120 / MS Learn)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45 min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C6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B.4.1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Audit Readiness — Evidence Pack Assembly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60 min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C7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TTT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Re-delivery Clinic &amp; Wrap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45 min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0" y="4754880"/>
            <a:ext cx="73152" cy="384048"/>
          </a:xfrm>
          <a:prstGeom prst="rect">
            <a:avLst/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37160" y="47548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🎓 Total: ~7h with breaks. Recommend starting at 09:00 for a comfortable finish by 16:30.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2-Minute Talk Track Practice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859536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Exercise: each participant delivers one module's talk track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Pick your module from C1–C6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have 2 minutes — cover: control goal, key Azure service, one pitfall, one Copilot skill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scores on: clarity, accuracy, timing, audience fit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Debrief questions: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Which module generated the most questions from your practice audience?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did timing overrun — and what can be cut for a 45-min express delivery?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4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would you customise for a CSP-only audience? A greenfield-only audience?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754880"/>
            <a:ext cx="73152" cy="384048"/>
          </a:xfrm>
          <a:prstGeom prst="rect">
            <a:avLst/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47548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🎓 Trainer: time each 2-min talk with a phone timer. Gentle cutoffs reinforce the classroom discipline trainees will need.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Customising the Repo for Re-delivery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859536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Fork the repo on GitHub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github.com/NikoMix/microhack-sap-on-azure → Fork → rename for your org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Branding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Update site/astro.config.mjs: title, logo, socialLinks → rebuild with npm run build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Sample data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Replace labs/*/sample-data/ CSVs/JSONs with your own anonymised customer data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 swedencentral → your target region in infra/params/lab.bicepparam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Agent / skills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Customise .github/agents/moduleb-lab-coach.md with partner-specific context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0" y="4754880"/>
            <a:ext cx="73152" cy="384048"/>
          </a:xfrm>
          <a:prstGeom prst="rect">
            <a:avLst/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47548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🎓 Trainer: the site rebuilds automatically via GitHub Actions — just push to main and Pages deploys within ~2 min.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Tracker — Full Map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05840"/>
          <a:ext cx="859536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914400"/>
                <a:gridCol w="69494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Lab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Control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Artefact(s) Produced</a:t>
                      </a:r>
                      <a:endParaRPr lang="en-US" sz="12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057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B.1.1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B11_CaseStudy · B11_ArchitectureDiagram · B11_CapabilityStatement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B.4.2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B42_HLD · B42_LLD · B42_MigrationRunbook · B42_KTPlan · B42_HypercarePlan · B42_ACSSRegistration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C3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B.2.1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B21_ACRBreakdown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C4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B.2.2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B22_CustomerList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C5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B.3.1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B31_SkillingMapping · B31_AZ120Transcript_[Name]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C6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B.4.1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2B3C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B41_EvidenceIndex · B41_PreAuditReview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0E8F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E8EDF4"/>
          </a:solidFill>
          <a:ln w="12700">
            <a:solidFill>
              <a:srgbClr val="E8EDF4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0" y="4754880"/>
            <a:ext cx="73152" cy="384048"/>
          </a:xfrm>
          <a:prstGeom prst="rect">
            <a:avLst/>
          </a:prstGeom>
          <a:solidFill>
            <a:srgbClr val="106EBE"/>
          </a:solidFill>
          <a:ln w="12700">
            <a:solidFill>
              <a:srgbClr val="106EBE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37160" y="4754880"/>
            <a:ext cx="8869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🎓 Convention: [ControlRef]_[DocumentType]_v[N].pdf in Module B / B[ref] / — NO B11_HLD artefact exists.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0F5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003057"/>
          </a:solidFill>
          <a:ln w="12700">
            <a:solidFill>
              <a:srgbClr val="00305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777240"/>
            <a:ext cx="9144000" cy="36576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20040" y="0"/>
            <a:ext cx="8503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Common Pitfalls — Master List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274320" y="960120"/>
            <a:ext cx="8595360" cy="3931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C0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MCP servers not green → reopen Codespace, reload window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C1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'az bicep build' fails: az bicep install  ·  live deployment distracts from evidence flow — use what-if only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C2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ACSS provider reg takes 5–10 min — kick off early  ·  Backint pre-reg script needs real HANA VM OS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C3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PAL via deleted SP stops ACR  ·  sovereign cloud PAL ≠ commercial ACR  ·  total ACR ≠ SAP-eligible ACR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C4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DPOR records &gt; 24 months may be stale  ·  same tenant ≠ multiple customers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C5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AZ-120 past 1-year validity = GAP (free renewal exam available, no re-sit needed)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106EB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C6</a:t>
            </a:r>
            <a:endParaRPr lang="en-US" sz="16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1200" dirty="0">
                <a:solidFill>
                  <a:srgbClr val="1A2B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Mis-named files fail audit  ·  B.4.1 MISSING is expected before Steps 5+6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30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034272" y="0"/>
            <a:ext cx="109728" cy="51435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3657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0E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  Key Takeaways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B Microhack Complete 🎉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457200" y="1920240"/>
            <a:ext cx="822960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Six Module B controls covered: B.1.1 · B.2.1 · B.2.2 · B.3.1 · B.4.1 · B.4.2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 evidence artefacts generated using GitHub Copilot custom agents and skills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Evidence pack assembled in Module B / B[ref] / folder structure and validated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Each participant has practised a 2-minute talk track delivery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can now fork, customise, and re-deliver this microhack for your own teams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D0E8F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SAP on Microsoft Azure Advanced Specialization — Module B: AUDIT READY ✅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0040" y="4754880"/>
            <a:ext cx="850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SAP on Microsoft Azure · Advanced Specialization · Train-the-Trainer Microhack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C7 · Re-delivery Clinic &amp; Wrap</dc:title>
  <dc:subject>Train-the-Trainer Re-delivery</dc:subject>
  <dc:creator>SAP on Azure Microhack (AI-generated facilitator deck)</dc:creator>
  <cp:lastModifiedBy>SAP on Azure Microhack (AI-generated facilitator deck)</cp:lastModifiedBy>
  <cp:revision>1</cp:revision>
  <dcterms:created xsi:type="dcterms:W3CDTF">2026-06-26T23:42:23Z</dcterms:created>
  <dcterms:modified xsi:type="dcterms:W3CDTF">2026-06-26T23:42:23Z</dcterms:modified>
</cp:coreProperties>
</file>