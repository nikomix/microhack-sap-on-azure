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C3  ·  B.2.1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ACR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Pull Azure consumption with the Azure MCP server, isolate SAP-eligible spend, and let Copilot annotate the breakdown and trend.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~60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C3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the Azure MCP server from Copilot to query trailing-3-month consumption without leaving the 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Isolate SAP-on-Azure-eligible spend and produce an annotated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Build a trend table showing monthly SAP-eligible ACR growth toward the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Set up </a:t>
            </a:r>
            <a:r>
              <a:rPr sz="1650" b="1" i="0">
                <a:solidFill>
                  <a:srgbClr val="005A9E"/>
                </a:solidFill>
                <a:latin typeface="Segoe UI"/>
              </a:rPr>
              <a:t>PAL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(Partner Admin Link) and produce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B21_ACRBreakdown_v1.pdf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C3 · WHAT IS ACR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Azure Consumed Revenue &amp; why B.2.1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10578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05E5C"/>
                </a:solidFill>
                <a:latin typeface="Segoe UI"/>
              </a:rPr>
              <a:t>ACR = billable Azure spend attributed to a partner. B.2.1 requires a minimum ACR threshold drawn from the SAP-eligible service set.</a:t>
            </a:r>
          </a:p>
        </p:txBody>
      </p:sp>
      <p:sp>
        <p:nvSpPr>
          <p:cNvPr id="7" name="Oval 6"/>
          <p:cNvSpPr/>
          <p:nvPr/>
        </p:nvSpPr>
        <p:spPr>
          <a:xfrm>
            <a:off x="603504" y="2628900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551176"/>
            <a:ext cx="10600639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2545"/>
                </a:solidFill>
                <a:latin typeface="Segoe UI"/>
              </a:rPr>
              <a:t>Attribution: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PAL (Partner Admin Link) · DPOR (Digital Partner of Record) · CSP (direct billing).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3140964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063240"/>
            <a:ext cx="10600639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2545"/>
                </a:solidFill>
                <a:latin typeface="Segoe UI"/>
              </a:rPr>
              <a:t>Threshold: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typically USD 100,000 trailing 12 months (T12M).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3653028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3575304"/>
            <a:ext cx="10600639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2545"/>
                </a:solidFill>
                <a:latin typeface="Segoe UI"/>
              </a:rPr>
              <a:t>Eligible only: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M-series VMs, ANF, SSD v2/Ultra Disk, ExpressRoute, ACSS, Monitor, Backup.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4165092"/>
            <a:ext cx="146304" cy="146304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087368"/>
            <a:ext cx="10600639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A85200"/>
                </a:solidFill>
                <a:latin typeface="Segoe UI"/>
              </a:rPr>
              <a:t>The trap: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USD 2M of generic Azure spend with zero M-series or ANF does NOT pass B.2.1.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C3 · ELIGIBLE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Only this spend counts toward B.2.1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8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9665"/>
                <a:gridCol w="3317351"/>
                <a:gridCol w="3980822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Service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Azure family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SAP role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M8ms – M960ixs (M-series)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Virtual Machines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App server, HANA scale-up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Mv2 / Mv3-series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Virtual Machines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Large / next-gen HANA certified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NetApp Files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Storage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HANA data/log (NFS 4.1)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Premium SSD v2 · Ultra Disk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Storage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HANA persistent storage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ExpressRoute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Networking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SAP-to-on-premises connectivity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ACSS · Monitor · Backup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SAP management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Lifecycle, telemetry, Backint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ASCS/ERS infra (VMs + LB)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Compute + LB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 SAP cluster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C3 · COPILOT + AZURE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Annotate SAP-eligible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No live subscription? Point the skill at labs/challenge-3-acr/sample-data/consumption-by-service.csv.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52294"/>
            <a:ext cx="11057839" cy="3753612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55346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(Azure MCP)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65526"/>
            <a:ext cx="10509199" cy="22905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Pull my trailing-3-month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consumption for subscription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${AZURE_SUBSCRIPTION_ID},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grouped by ServiceName.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Then run #annotate-acr: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mark each row SAP-ELIGIBLE /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NON-ELIGIBLE, subtotal, and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annualised ACR vs USD 100K.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502402"/>
            <a:ext cx="105091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502402"/>
            <a:ext cx="10143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Sample: SAP-eligible 3-mo = USD 53,120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C3 · THE NUMBER &amp;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Annualised ACR, then attribute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0E6FF"/>
                </a:solidFill>
                <a:latin typeface="Segoe UI Semibold"/>
              </a:rPr>
              <a:t>SAMPLE SAP-ELIGIBLE ACR (ANNUALISED)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7744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 Semibold"/>
              </a:rPr>
              <a:t>≈ USD 212K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101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comfortably above the USD 100K T12M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1888" y="1874519"/>
            <a:ext cx="56628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Segoe UI Semibold"/>
              </a:rPr>
              <a:t>PAL — Partner Admin Link (fastest remediation)</a:t>
            </a:r>
          </a:p>
        </p:txBody>
      </p:sp>
      <p:sp>
        <p:nvSpPr>
          <p:cNvPr id="11" name="Oval 10"/>
          <p:cNvSpPr/>
          <p:nvPr/>
        </p:nvSpPr>
        <p:spPr>
          <a:xfrm>
            <a:off x="5961888" y="2331720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31720"/>
            <a:ext cx="51508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42424"/>
                </a:solidFill>
                <a:latin typeface="Segoe UI"/>
              </a:rPr>
              <a:t>Portal search → "Link to a partner ID" (PAL page).</a:t>
            </a:r>
          </a:p>
        </p:txBody>
      </p:sp>
      <p:sp>
        <p:nvSpPr>
          <p:cNvPr id="13" name="Oval 12"/>
          <p:cNvSpPr/>
          <p:nvPr/>
        </p:nvSpPr>
        <p:spPr>
          <a:xfrm>
            <a:off x="5961888" y="2898648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898648"/>
            <a:ext cx="51508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42424"/>
                </a:solidFill>
                <a:latin typeface="Segoe UI"/>
              </a:rPr>
              <a:t>Enter your MPN ID (Microsoft Partner Network).</a:t>
            </a:r>
          </a:p>
        </p:txBody>
      </p:sp>
      <p:sp>
        <p:nvSpPr>
          <p:cNvPr id="15" name="Oval 14"/>
          <p:cNvSpPr/>
          <p:nvPr/>
        </p:nvSpPr>
        <p:spPr>
          <a:xfrm>
            <a:off x="5961888" y="3465576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465576"/>
            <a:ext cx="51508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42424"/>
                </a:solidFill>
                <a:latin typeface="Segoe UI"/>
              </a:rPr>
              <a:t>Select Link — reflects in Partner Center within 24 h.</a:t>
            </a:r>
          </a:p>
        </p:txBody>
      </p:sp>
      <p:sp>
        <p:nvSpPr>
          <p:cNvPr id="17" name="Oval 16"/>
          <p:cNvSpPr/>
          <p:nvPr/>
        </p:nvSpPr>
        <p:spPr>
          <a:xfrm>
            <a:off x="5961888" y="4032504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032504"/>
            <a:ext cx="515081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42424"/>
                </a:solidFill>
                <a:latin typeface="Consolas"/>
              </a:rPr>
              <a:t>CLI: az managementpartner create --partner-id &lt;MPN&gt;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ACR concept +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Inspect sample consumption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Azure MCP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#annotate-acr + subtotal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12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Monthly trend 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9145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PAL setup (portal + CLI)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914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2180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Package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53218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Trainees confuse total subscription ACR with SAP-eligible ACR — show the raw export beside the annotated view.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2999232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2944368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PAL via a service principal that's later deleted stops ACR accruing — link via a durable user account.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803904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749040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Sovereign clouds (Gov, China, Germany) don't contribute to commercial-cloud B.2.1 ACR.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4370832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4315968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Re-delivery: if PAL is already in place, skip the setup and focus on the annotation + threshold maths.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