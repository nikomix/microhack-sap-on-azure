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GitHub Codespaces, Azure sign-in, and Copilot wired up to the GitHub &amp; Azure MCP servers and the Module B Lab Coach.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~45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C0 · WHAT YOU'LL SET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Five things, then you're lab-ready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1877263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1819656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GitHub Codespaces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8" y="2203704"/>
            <a:ext cx="10051999" cy="334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Open the repo in a Codespace — the devcontainer pre-installs az, bicep, gh, Node and Python. No local installs.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797149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739542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Azure sign-in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3123590"/>
            <a:ext cx="10051999" cy="334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az login and select your Owner subscription. Every pupil uses their own sandbox subscription.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717035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3659428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GitHub Copilot + Module B Lab Coach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8" y="4043476"/>
            <a:ext cx="10051999" cy="334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Confirm Copilot is active, then load the @moduleb-lab-coach custom agent from .github/agents/.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636921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4579314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MCP servers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" y="4963362"/>
            <a:ext cx="10051999" cy="334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Verify the GitHub MCP and Azure MCP servers are connected so Copilot reads live repo + Azure context.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556807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8" y="549920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Segoe UI Semibold"/>
              </a:rPr>
              <a:t>Smoke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5883248"/>
            <a:ext cx="10051999" cy="3346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Ask the Lab Coach to confirm your environment is ready before C1 begins.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C0 · IN-LAB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Your coach for the whole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10578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605E5C"/>
                </a:solidFill>
                <a:latin typeface="Segoe UI"/>
              </a:rPr>
              <a:t>100% of the AI in this course is GitHub Copilot — custom agent + skills + MCP. You won't build agents; you'll drive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96362"/>
            <a:ext cx="5346039" cy="266547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09753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GitHub MCP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09594"/>
            <a:ext cx="4797399" cy="1202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Reads the live repository: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module pages &amp; lab assets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.github/prompts skills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evidence file naming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Grounds Copilot in *this* repo,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not generic SAP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896362"/>
            <a:ext cx="5346039" cy="266547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309753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Azure 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3609594"/>
            <a:ext cx="4797399" cy="12024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Reads live Azure context: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subscriptions &amp; resources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Cost Management (ACR)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  · resource graph queries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Used heavily in C3 to pull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consumption without leaving the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C0 · GROUND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Real Azure, simulated SAP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128016" cy="13716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139696"/>
            <a:ext cx="101434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0B2545"/>
                </a:solidFill>
                <a:latin typeface="Segoe UI"/>
              </a:rPr>
              <a:t>A real SAP system is NOT installed. 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SAP is represented by a simulated landscape and sample data under labs/. The Azure landing zone, management services and Copilot/MCP tooling are all real — that's where the audit evidence comes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749039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You will need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14800"/>
            <a:ext cx="5346039" cy="109728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9768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A GitHub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4797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05E5C"/>
                </a:solidFill>
                <a:latin typeface="Segoe UI"/>
              </a:rPr>
              <a:t>to open Codespaces and use 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114800"/>
            <a:ext cx="5346039" cy="1097280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429768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2545"/>
                </a:solidFill>
                <a:latin typeface="Segoe UI Semibold"/>
              </a:rPr>
              <a:t>An Azure subscription with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709160"/>
            <a:ext cx="4797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05E5C"/>
                </a:solidFill>
                <a:latin typeface="Segoe UI"/>
              </a:rPr>
              <a:t>your own sandbox — nothing 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45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Codespaces warm-up + repo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az login + subscription 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Copilot agent + MCP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12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Smoke test with Lab Coach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Ask pupils to open the Codespace the evening before — image warm-up saves 5–10 min at the start.</a:t>
            </a:r>
          </a:p>
        </p:txBody>
      </p:sp>
      <p:sp>
        <p:nvSpPr>
          <p:cNvPr id="22" name="Oval 21"/>
          <p:cNvSpPr/>
          <p:nvPr/>
        </p:nvSpPr>
        <p:spPr>
          <a:xfrm>
            <a:off x="6510528" y="2999232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2944368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If the Azure MCP server doesn't appear, reopen the Codespace and check the devcontainer .mcp.json.</a:t>
            </a:r>
          </a:p>
        </p:txBody>
      </p:sp>
      <p:sp>
        <p:nvSpPr>
          <p:cNvPr id="24" name="Oval 23"/>
          <p:cNvSpPr/>
          <p:nvPr/>
        </p:nvSpPr>
        <p:spPr>
          <a:xfrm>
            <a:off x="6510528" y="3803904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3749040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Stress the simulated-SAP point now — it prevents "where's the HANA box?" questions all 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