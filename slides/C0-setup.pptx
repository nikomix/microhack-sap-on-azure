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3200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C0 · Environment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" y="100584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Environment Setup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92608" y="2606040"/>
            <a:ext cx="85039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Microhack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0" y="443484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4434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~45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Will Set 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steps to a ready lab environment: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Codespaces  —  devcontainer pre-installs az, bicep, gh, Node 22, Python 3.12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sign-in  —  az login and select your Owner sandbox subscription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 —  confirm active; load the Module B Lab Coach custom agent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  —  GitHub MCP + Azure MCP wired up in Copilot Chat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Smoke test  —  ask the Lab Coach to confirm your environment is ready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allow 5 min for Codespace spin-up before the session starts.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Tools at a Glance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3291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Loaded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Codespaces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dev environment – no local install needed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Click 'Code → Codespaces'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CLI (az)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Authenticate and run ARM operations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Pre-installed in devcontainer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Bicep CLI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Compile and validate IaC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 bicep install (auto)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Copilot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coach + skill runner in VS Code Chat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Marketplace extension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B Lab Coach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 agent for Module B labs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.github/agents/ auto-loaded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MCP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Gives Copilot live repo context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.mcp.json in devcontainer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MCP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Gives Copilot live Azure context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.mcp.json in devcontainer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Steps —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GitHub Codespace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login → select subscription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Lab Coach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6636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MCP servers (GitHub + Azure)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6636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Smoke test: @moduleb-lab-coach /help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 Caveats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 SAP system is installed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is represented by a simulated landscape + sample data under labs/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Bicep IaC deploys to your sandbox subscription (lab profile = cheap Dsv5, no M-series quota needed)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Troubleshooting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MCP servers don't appear in Copilot: reopen the Codespace and reload the window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MCP reads live repo context; Azure MCP reads live subscription data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are wired via .devcontainer/.mcp.json — do not modify unless instructed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confirm MCP servers appear green in Copilot's MCP panel before labs begin.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C0 Complete — Environment Ready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Codespace running with az, bicep, gh and Node 22 confirmed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subscription authenticated (az account show shows correct sub)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B Lab Coach agent loaded and responding to @moduleb-lab-coach /help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MCP and Azure MCP servers active in Copilot Chat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ready to start C1 — SAP on Azure Implementation Capability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 · Environment Setup</dc:title>
  <dc:subject>SAP on Azure Module B Lab Environment</dc:subject>
  <dc:creator>SAP on Azure Microhack (AI-generated facilitator deck)</dc:creator>
  <cp:lastModifiedBy>SAP on Azure Microhack (AI-generated facilitator deck)</cp:lastModifiedBy>
  <cp:revision>1</cp:revision>
  <dcterms:created xsi:type="dcterms:W3CDTF">2026-06-27T01:35:07Z</dcterms:created>
  <dcterms:modified xsi:type="dcterms:W3CDTF">2026-06-27T01:35:07Z</dcterms:modified>
</cp:coreProperties>
</file>