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 · B.2.2 Customer Diversity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B.2.2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Diversity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Attribution Evidence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B.2.2 — Three or more unique SAP customers on Azure, each with valid attribution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~45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three attribution types (PAL / DPOR / CSP) and identify which applies to each customer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build-customer-crossref skill to produce an anonymised customer list and cross-reference table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each customer to a B.1.1 case study and a B.3.1 skilling holder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and remediate ineligible attribution cases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B.2.2 — The Rule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256032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Azure tenants or billing subs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560320" cy="137160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 · DPOR · CSP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560320" cy="137160"/>
          </a:xfrm>
          <a:prstGeom prst="rect">
            <a:avLst/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A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DPOR records expire — verify in Partner Center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listing the same tenant three times under different subscription names is NOT three customers.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Customer Data — Three Customers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28016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Alias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Industry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Systems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Contoso Manufacturing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Manufacturing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ECC 6.0 on Mv2, ANF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Fabrikam Retail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DPOR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S/4HANA Cloud Private Edition on M-series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Northwind Finance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BW/4HANA on Premium SSD v2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all three have valid distinct attribution types (PAL, DPOR, CSP) — answer key: all pass B.2.2.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Types Compared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32918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 Works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Admin Link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user gets Owner/Contributor and links MPN 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Fastest; gov subs excluded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DPOR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 Partner of Record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Nominated in Azure Marketplace / Cloud Marketplace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expire after 24 months — check Partner Center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Solution Provider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is direct CSP reseller for the subscription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Counted via Partner Center transaction 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By-Customer sample data (JSON)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customer list + cross-reference (skill)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attribution eligibility (portal/Partner Center)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Cross-reference to B.1.1 case studies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ineligible cases (discussion exercise)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buffer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build-customer-crossref Skill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@moduleb-lab-coach Run the build-customer-crossref skill on labs/challenge-4-customer-diversity/sample-data/customers.json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output: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Anonymised customer list table (alias, industry, attribution type, SAP systems)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Cross-reference table linking each customer to their B.1.1 case study ref and B.3.1 skilling holder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Flag for any customers whose attribution may be ineligible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output to: labs/challenge-4-customer-diversity/evidence/B22_CustomerList_v1.md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in the sample data, all three customers pass. Use Step 5 to explore the 'deleted SP' remediation scenario.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 &amp; Remediation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Pitfall: PAL linked via a service principal that was deleted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ACR stops accruing at deletion date. B.2.2 attribution count may drop below 3.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re-link PAL via an active user account → request Partner Center data refresh (24–48 h)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Pitfall: DPOR records older than 24 months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Partner Center → Customers → [name] → Subscriptions for expiry date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Pitfall: Government / sovereign subscriptions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Government, China, Germany PAL attribution does NOT count toward commercial B.2.2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explore the deleted-SP scenario with Copilot: '@moduleb-lab-coach Customer X has PAL via a deleted SP...'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 Complete — B.2.2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customers identified, each with a distinct attribution type (PAL / DPOR / CSP)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list table produced — anonymised, industry, attribution, SAP systems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Cross-reference table links each customer to a B.1.1 case study ref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ineligible attribution flags remain unresolved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file B22_CustomerList_v1.pdf ready for assembly in C6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· B.2.2 Customer Diversity</dc:title>
  <dc:subject>SAP on Azure Advanced Specialization B.2.2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