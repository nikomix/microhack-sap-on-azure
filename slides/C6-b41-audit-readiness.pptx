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C6 · B.4.1 Audit Readiness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321040" y="32004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50E6FF">
              <a:alpha val="80000"/>
            </a:srgbClr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20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B.4.1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Readiness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Evidence Assembly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92608" y="2606040"/>
            <a:ext cx="85039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B.4.1 — Assemble, validate, and index the complete Module B evidence pack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44348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4434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~60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Module B / B[ref] / folder structure and populate from C1–C5 artefacts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build-evidence-index skill to generate an evidence index with one row per control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naming convention and completeness using Copilot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a pre-audit review record and appoint a SPOC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B41_EvidenceIndex_v1.pdf and B41_PreAuditReview_v1.pdf artefacts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B.4.1 — What Auditors Check First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validation gates: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Every control (B.1.1, B.2.1, B.2.2, B.3.1, B.4.2) has at least one evidence artefact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All artefacts use naming convention [ControlRef]_[DocumentType]_v[N].pdf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Folder structure follows Module B / B[ref] / — no artefacts in the root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 dated pre-audit review record exists and a SPOC is named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file named 'case study final FINAL.pdf' will fail naming validation at gate 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B.4.1 is the auditor's first stop. Copilot's build-evidence-index skill catches naming issues before the auditor does.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Folder Structure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Folder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Artefacts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B.1.1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B11_CaseStudy_v1.pdf · B11_ArchitectureDiagram_v1.pdf · B11_CapabilityStatement_v1.pdf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B.2.1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B21_ACRBreakdown_v1.pdf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B.2.2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B22_CustomerList_v1.pdf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B.3.1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B31_SkillingMapping_v1.pdf · B31_AZ120Transcript_[Name]_v1.pdf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B.4.1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B41_EvidenceIndex_v1.pdf · B41_PreAuditReview_v1.pdf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B.4.2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B42_HLD_v1.pdf · B42_LLD_v1.pdf · B42_MigrationRunbook_v1.pdf · B42_KTPlan_v1.pdf · B42_HypercarePlan_v1.pdf · B42_ACSSRegistration_v1.pdf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 Convention Rules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38912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[ControlRef]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Two-digit control number, no dot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B21, B31, B42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[DocumentType]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PascalCase, no spaces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CaseStudy, ACRBreakdown, MigrationRunbook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v[N]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Version integer, starts at 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v1, v2, v3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Extension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.pdf for submissions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Convention: [ControlRef]_[DocumentType]_v[N].pdf — there is NO B11_HLD artefact for B.1.1.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Steps —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evidence pack folder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/ create placeholder artefacts from C1–C5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evidence index (build-evidence-index skill)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65576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3419856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198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naming violations (if any)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721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6636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evidence index document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6636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 pre-audit review + appoint SPOC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6636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completeness check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build-evidence-index Expected Output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109728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B.1.1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B11_CaseStudy_v1.pdf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VALID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B.2.1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B21_ACRBreakdown_v1.pdf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VALID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B.2.2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B22_CustomerList_v1.pdf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VALID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B.3.1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B31_SkillingMapping_v1.pdf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VALID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B.4.2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B42_HLD_v1.pdf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VALID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B.4.1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MISSING → generate next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MISSING B.4.1 is expected at this point — it gets generated in Steps 5+6. INVALID_NAME is a teaching moment.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 — Pre-Audit Review &amp; SPOC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prompt: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@moduleb-lab-coach Generate a pre-audit review record: date, attendees, SPOC (name/email/phone), review checklist, outcome: READY/NOT READY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SPOC responsibilities: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contact for Microsoft auditor questions about specific artefacts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Usually: Practice Lead or designated SAP on Azure technical lead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be reachable during the audit window (typically 2–4 weeks)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file: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B / B.4.1 / B41_PreAuditReview_v1.pdf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if time is tight, combine Steps 5+6 — Copilot can produce both documents in a single prompt.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C6 Complete — B.4.1 Evidence Produced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 structure Module B / B[ref] / created with six sub-folders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least one artefact in each of B.1.1, B.2.1, B.2.2, B.3.1, B.4.1, B.4.2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files pass naming convention validation [ControlRef]_[DocumentType]_v[N]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B41_EvidenceIndex_v1.pdf generated and saved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B41_PreAuditReview_v1.pdf generated with SPOC named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B evidence pack is AUDIT READY 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C6 · B.4.1 Audit Readiness</dc:title>
  <dc:subject>SAP on Azure Advanced Specialization B.4.1</dc:subject>
  <dc:creator>SAP on Azure Microhack (AI-generated facilitator deck)</dc:creator>
  <cp:lastModifiedBy>SAP on Azure Microhack (AI-generated facilitator deck)</cp:lastModifiedBy>
  <cp:revision>1</cp:revision>
  <dcterms:created xsi:type="dcterms:W3CDTF">2026-06-26T23:42:23Z</dcterms:created>
  <dcterms:modified xsi:type="dcterms:W3CDTF">2026-06-26T23:42:23Z</dcterms:modified>
</cp:coreProperties>
</file>