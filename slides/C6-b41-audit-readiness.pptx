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C6 · B.4.1 Audit Readiness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321040" y="320040"/>
            <a:ext cx="640080" cy="384048"/>
          </a:xfrm>
          <a:prstGeom prst="roundRect">
            <a:avLst>
              <a:gd name="adj" fmla="val 11905"/>
            </a:avLst>
          </a:prstGeom>
          <a:solidFill>
            <a:srgbClr val="50E6FF">
              <a:alpha val="80000"/>
            </a:srgbClr>
          </a:solidFill>
          <a:ln w="12700">
            <a:solidFill>
              <a:srgbClr val="50E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20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0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B.4.1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Readiness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Evidence Assembly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Control B.4.1 — Assemble, validate, and index the complete Module B evidence pack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~60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Learning Objectives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the Module B / B[ref] / folder structure and populate from C1–C5 artefacts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build-evidence-index skill to generate an evidence index with one row per control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naming convention and completeness using Copilot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a pre-audit review record and appoint a SPOC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B41_EvidenceIndex_v1.pdf and B41_PreAuditReview_v1.pdf artefacts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B.4.1 — What Auditors Check First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validation gates: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Every control (B.1.1, B.2.1, B.2.2, B.3.1, B.4.2) has at least one evidence artefact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All artefacts use naming convention [ControlRef]_[DocumentType]_v[N].pdf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Folder structure follows Module B / B[ref] / — no artefacts in the root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A dated pre-audit review record exists and a SPOC is named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b="1" dirty="0">
                <a:solidFill>
                  <a:srgbClr val="D1343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file named 'case study final FINAL.pdf' will fail naming validation at gate 2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B.4.1 is the auditor's first stop. Copilot's build-evidence-index skill catches naming issues before the auditor does.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Required Folder Structure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6035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Folder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Artefacts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B.1.1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B11_CaseStudy_v1.pdf · B11_ArchitectureDiagram_v1.pdf · B11_CapabilityStatement_v1.pdf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B.2.1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B21_ACRBreakdown_v1.pdf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B.2.2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B22_CustomerList_v1.pdf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B.3.1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B31_SkillingMapping_v1.pdf · B31_AZ120Transcript_[Name]_v1.pdf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B.4.1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B41_EvidenceIndex_v1.pdf · B41_PreAuditReview_v1.pdf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Module B / B.4.2 /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B42_HLD_v1.pdf · B42_LLD_v1.pdf · B42_MigrationRunbook_v1.pdf · B42_KTPlan_v1.pdf · B42_HypercarePlan_v1.pdf · B42_ACSSRegistration_v1.pdf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Naming Convention Rules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389120"/>
                <a:gridCol w="23774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Rule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Example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[ControlRef]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Two-digit control number, no dot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B21, B31, B42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[DocumentType]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PascalCase, no spaces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CaseStudy, ACRBreakdown, MigrationRunbook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v[N]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 integer, starts at 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v1, v2, v3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Extension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.pdf for submissions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Convention: [ControlRef]_[DocumentType]_v[N].pdf — there is NO B11_HLD artefact for B.1.1.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Steps — Agenda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evidence pack folder structure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32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7724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 / create placeholder artefacts from C1–C5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6868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7724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Generate evidence index (build-evidence-index skill)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6868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min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465576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4320" y="34655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77240" y="3419856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34198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naming violations (if any)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68680" y="3721608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1051560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0515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166360" y="1005840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57800" y="10058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Produce evidence index document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257800" y="1307592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440" y="1856232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1856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166360" y="1810512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57800" y="181051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Conduct pre-audit review + appoint SPOC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257800" y="2112264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min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2660904"/>
            <a:ext cx="411480" cy="41148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63440" y="266090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166360" y="2615184"/>
            <a:ext cx="3703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8EDF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57800" y="261518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Final completeness check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5257800" y="2916936"/>
            <a:ext cx="35204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min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 — build-evidence-index Expected Output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023360"/>
                <a:gridCol w="1097280"/>
                <a:gridCol w="21945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Version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Status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B.1.1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B11_CaseStudy_v1.pdf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VALID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B.2.1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B21_ACRBreakdown_v1.pdf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VALID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B.2.2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B22_CustomerList_v1.pdf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VALID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B.3.1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B31_SkillingMapping_v1.pdf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VALID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B.4.2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B42_HLD_v1.pdf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✅ VALID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B.4.1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⚠️ MISSING → generate next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MISSING B.4.1 is expected at this point — it gets generated in Steps 5+6. INVALID_NAME is a teaching moment.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6 — Pre-Audit Review &amp; SPOC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Copilot prompt: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@moduleb-lab-coach Generate a pre-audit review record: date, attendees, SPOC (name/email/phone), review checklist, outcome: READY/NOT READY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SPOC responsibilities: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Primary contact for Microsoft auditor questions about specific artefacts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Usually: Practice Lead or designated SAP on Azure technical lead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Must be reachable during the audit window (typically 2–4 weeks)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file: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B / B.4.1 / B41_PreAuditReview_v1.pdf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if time is tight, combine Steps 5+6 — Copilot can produce both documents in a single prompt.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C6 Complete — B.4.1 Evidence Produced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Folder structure Module B / B[ref] / created with six sub-folders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least one artefact in each of B.1.1, B.2.1, B.2.2, B.3.1, B.4.1, B.4.2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files pass naming convention validation [ControlRef]_[DocumentType]_v[N]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B41_EvidenceIndex_v1.pdf generated and saved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B41_PreAuditReview_v1.pdf generated with SPOC named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B evidence pack is AUDIT READY 🎉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C6 · B.4.1 Audit Readiness</dc:title>
  <dc:subject>SAP on Azure Advanced Specialization B.4.1</dc:subject>
  <dc:creator>SAP on Azure Microhack (AI-generated facilitator deck)</dc:creator>
  <cp:lastModifiedBy>SAP on Azure Microhack (AI-generated facilitator deck)</cp:lastModifiedBy>
  <cp:revision>1</cp:revision>
  <dcterms:created xsi:type="dcterms:W3CDTF">2026-06-27T01:35:07Z</dcterms:created>
  <dcterms:modified xsi:type="dcterms:W3CDTF">2026-06-27T01:35:07Z</dcterms:modified>
</cp:coreProperties>
</file>