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Re-delivery Clinic &amp; Wrap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The closing Train-the-Trainer block — how to customise, re-deliver and assess this microhack with your own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~45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C7 ·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Leave able to re-deliver this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992249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819656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Teach one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203704"/>
            <a:ext cx="10051999" cy="564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Each trainee picks a module and delivers its 2-minute talk track to the room.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142107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969514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Group debrief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3353562"/>
            <a:ext cx="10051999" cy="564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Timing risks, common pitfalls, and how to adapt for different audiences.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291965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4119372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Fork &amp; customise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4503420"/>
            <a:ext cx="10051999" cy="564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Agree how to fork the repo for your org — branding, sample data, region.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441823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526923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Map to the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5653278"/>
            <a:ext cx="10051999" cy="564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Map every lab artefact back to the audit Evidence Tracker.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C7 · MAKE IT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Three things to customise per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3442106" cy="3017520"/>
          </a:xfrm>
          <a:prstGeom prst="roundRect">
            <a:avLst>
              <a:gd name="adj" fmla="val 5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3442106" cy="14630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28600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Segoe UI Semibold"/>
              </a:rPr>
              <a:t>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57600"/>
            <a:ext cx="289346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Swap the Azure theme for your partner brand in the Starlight site and the deck palette in tools/generate-slides.py.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1920240"/>
            <a:ext cx="3442106" cy="3017520"/>
          </a:xfrm>
          <a:prstGeom prst="roundRect">
            <a:avLst>
              <a:gd name="adj" fmla="val 5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4794" y="1920240"/>
            <a:ext cx="3442106" cy="146304"/>
          </a:xfrm>
          <a:prstGeom prst="round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9114" y="2286000"/>
            <a:ext cx="640080" cy="64008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2545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9114" y="31546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Segoe UI Semibold"/>
              </a:rPr>
              <a:t>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9114" y="3657600"/>
            <a:ext cx="289346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Replace the mock landscape, consumption CSV and customer JSON with anonymised data from your own engagements.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2660" y="1920240"/>
            <a:ext cx="3442106" cy="3017520"/>
          </a:xfrm>
          <a:prstGeom prst="roundRect">
            <a:avLst>
              <a:gd name="adj" fmla="val 5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2660" y="1920240"/>
            <a:ext cx="3442106" cy="146304"/>
          </a:xfrm>
          <a:prstGeom prst="round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6980" y="2286000"/>
            <a:ext cx="640080" cy="640080"/>
          </a:xfrm>
          <a:prstGeom prst="ellipse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6980" y="31546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Segoe UI Semibold"/>
              </a:rPr>
              <a:t>Region &amp; sizing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6980" y="3657600"/>
            <a:ext cx="289346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42424"/>
                </a:solidFill>
                <a:latin typeface="Segoe UI"/>
              </a:rPr>
              <a:t>Change the default region (Sweden Central) and lab/reference VM SKUs in infra/ to match pupil quota.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C7 · THE THROUGH-LINE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Every lab → a control → evidence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8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627"/>
                <a:gridCol w="1326940"/>
                <a:gridCol w="8846271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Lab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Control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Evidence artefact(s)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B.1.1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05A9E"/>
                          </a:solidFill>
                          <a:latin typeface="Consolas"/>
                        </a:rPr>
                        <a:t>B11_CaseStudy · B11_ArchitectureDiagram · B11_CapabilityStatement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C2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B.4.2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05A9E"/>
                          </a:solidFill>
                          <a:latin typeface="Consolas"/>
                        </a:rPr>
                        <a:t>B42_HLD · B42_LLD · B42_MigrationRunbook · B42_KTPlan · …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B.2.1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05A9E"/>
                          </a:solidFill>
                          <a:latin typeface="Consolas"/>
                        </a:rPr>
                        <a:t>B21_ACRBreakdown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C4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B.2.2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05A9E"/>
                          </a:solidFill>
                          <a:latin typeface="Consolas"/>
                        </a:rPr>
                        <a:t>B22_CustomerList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C5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B.3.1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05A9E"/>
                          </a:solidFill>
                          <a:latin typeface="Consolas"/>
                        </a:rPr>
                        <a:t>B31_SkillingMapping · B31_AZ120Transcript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C6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B.4.1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05A9E"/>
                          </a:solidFill>
                          <a:latin typeface="Consolas"/>
                        </a:rPr>
                        <a:t>B41_EvidenceIndex · B41_PreAuditReview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C7 · WRAP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You can now re-deliver Module B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3090672"/>
            <a:ext cx="164592" cy="164592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0175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8EEF6"/>
                </a:solidFill>
                <a:latin typeface="Segoe UI"/>
              </a:rPr>
              <a:t>Eight blocks, six controls, one audit-ready evidence pack.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694176"/>
            <a:ext cx="164592" cy="164592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62102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8EEF6"/>
                </a:solidFill>
                <a:latin typeface="Segoe UI"/>
              </a:rPr>
              <a:t>GitHub Copilot — agent + skills + MCP — did the toil; you reviewed and refined.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4297680"/>
            <a:ext cx="164592" cy="164592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224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8EEF6"/>
                </a:solidFill>
                <a:latin typeface="Segoe UI"/>
              </a:rPr>
              <a:t>Fork the repo, swap in your data, and teach it to your own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